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3" Type="http://schemas.openxmlformats.org/officeDocument/2006/relationships/viewProps" Target="viewProps.xml" /><Relationship Id="rId3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5" Type="http://schemas.openxmlformats.org/officeDocument/2006/relationships/tableStyles" Target="tableStyles.xml" /><Relationship Id="rId3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펭귄 데이터셋 분석 보고서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데이터셋 개요</a:t>
            </a:r>
          </a:p>
          <a:p>
            <a:pPr lvl="0"/>
            <a:r>
              <a:rPr/>
              <a:t>기술 통계</a:t>
            </a:r>
          </a:p>
          <a:p>
            <a:pPr lvl="0"/>
            <a:r>
              <a:rPr/>
              <a:t>결측치 분석</a:t>
            </a:r>
          </a:p>
          <a:p>
            <a:pPr lvl="0"/>
            <a:r>
              <a:rPr/>
              <a:t>시각화: 히스토그램</a:t>
            </a:r>
          </a:p>
          <a:p>
            <a:pPr lvl="0"/>
            <a:r>
              <a:rPr/>
              <a:t>시각화: 박스플롯</a:t>
            </a:r>
          </a:p>
          <a:p>
            <a:pPr lvl="0"/>
            <a:r>
              <a:rPr/>
              <a:t>시각화: 산점도</a:t>
            </a:r>
          </a:p>
          <a:p>
            <a:pPr lvl="0"/>
            <a:r>
              <a:rPr/>
              <a:t>시각화: 바 차트</a:t>
            </a:r>
          </a:p>
          <a:p>
            <a:pPr lvl="0"/>
            <a:r>
              <a:rPr/>
              <a:t>시각화: 히트맵</a:t>
            </a:r>
          </a:p>
          <a:p>
            <a:pPr lvl="0"/>
            <a:r>
              <a:rPr/>
              <a:t>교차표 및 피봇테이블</a:t>
            </a:r>
          </a:p>
          <a:p>
            <a:pPr lvl="0"/>
            <a:r>
              <a:rPr/>
              <a:t>인사이트 요약</a:t>
            </a:r>
          </a:p>
          <a:p>
            <a:pPr lvl="0"/>
            <a:r>
              <a:rPr/>
              <a:t>결론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데이터셋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총 행 수: 344</a:t>
            </a:r>
          </a:p>
          <a:p>
            <a:pPr lvl="0"/>
            <a:r>
              <a:rPr/>
              <a:t>열: species, island, bill_length_mm, bill_depth_mm, flipper_length_mm, body_mass_g, sex</a:t>
            </a:r>
          </a:p>
          <a:p>
            <a:pPr lvl="0"/>
            <a:r>
              <a:rPr/>
              <a:t>펭귄 종: Adelie, Chinstrap, Gentoo</a:t>
            </a:r>
          </a:p>
          <a:p>
            <a:pPr lvl="0"/>
            <a:r>
              <a:rPr/>
              <a:t>섬: Biscoe, Dream, Torgersen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기술 통계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bill_length_mm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bill_depth_mm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flipper_length_mm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body_mass_g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count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342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43.9219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17.1512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200.915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4201.75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5.45958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1.97479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14.0617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801.955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32.1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13.1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2700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39.225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15.6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3550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44.45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17.3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4050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48.5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18.7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4750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59.6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21.5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6300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결측치 분석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species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island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bill_length_mm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bill_depth_mm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flipper_length_mm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body_mass_g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결측치는 주로 측정 데이터에서 발생</a:t>
            </a:r>
          </a:p>
          <a:p>
            <a:pPr lvl="0"/>
            <a:r>
              <a:rPr/>
              <a:t>성별 데이터에 11개의 결측치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시각화: 부리 길이 히스토그램</a:t>
            </a:r>
          </a:p>
        </p:txBody>
      </p:sp>
      <p:pic>
        <p:nvPicPr>
          <p:cNvPr descr="plot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부리 길이 히스토그램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분포: 32-60mm, 평균 43.92mm</a:t>
            </a:r>
          </a:p>
          <a:p>
            <a:pPr lvl="0"/>
            <a:r>
              <a:rPr/>
              <a:t>인사이트: Adelie 종이 작은 부리, Gentoo 종이 큰 부리. 먹이 습성 반영.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시각화: 부리 깊이 히스토그램</a:t>
            </a:r>
          </a:p>
        </p:txBody>
      </p:sp>
      <p:pic>
        <p:nvPicPr>
          <p:cNvPr descr="plot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부리 깊이 히스토그램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분포: 13-21mm, 평균 17.15mm</a:t>
            </a:r>
          </a:p>
          <a:p>
            <a:pPr lvl="0"/>
            <a:r>
              <a:rPr/>
              <a:t>인사이트: Gentoo 종이 깊은 부리. 큰 먹이 사냥에 유리.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시각화: 날개 길이 히스토그램</a:t>
            </a:r>
          </a:p>
        </p:txBody>
      </p:sp>
      <p:pic>
        <p:nvPicPr>
          <p:cNvPr descr="plot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날개 길이 히스토그램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분포: 172-231mm, 평균 200.92mm</a:t>
            </a:r>
          </a:p>
          <a:p>
            <a:pPr lvl="0"/>
            <a:r>
              <a:rPr/>
              <a:t>인사이트: Gentoo 종이 긴 날개. 수영 특화.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시각화: 체중 히스토그램</a:t>
            </a:r>
          </a:p>
        </p:txBody>
      </p:sp>
      <p:pic>
        <p:nvPicPr>
          <p:cNvPr descr="plot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체중 히스토그램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분포: 2700-6300g, 평균 4201.75g</a:t>
            </a:r>
          </a:p>
          <a:p>
            <a:pPr lvl="0"/>
            <a:r>
              <a:rPr/>
              <a:t>인사이트: Gentoo 종이 무거움. 생존에 유리.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시각화: 종별 부리 길이 박스플롯</a:t>
            </a:r>
          </a:p>
        </p:txBody>
      </p:sp>
      <p:pic>
        <p:nvPicPr>
          <p:cNvPr descr="plot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종별 부리 길이 박스플롯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Adelie: 짧음, Gentoo: 길고 변동성 높음</a:t>
            </a:r>
          </a:p>
          <a:p>
            <a:pPr lvl="0"/>
            <a:r>
              <a:rPr/>
              <a:t>인사이트: 진화적 적응 차이.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시각화: 종별 체중 박스플롯</a:t>
            </a:r>
          </a:p>
        </p:txBody>
      </p:sp>
      <p:pic>
        <p:nvPicPr>
          <p:cNvPr descr="plot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종별 체중 박스플롯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Gentoo: 무거움, Adelie: 가벼움</a:t>
            </a:r>
          </a:p>
          <a:p>
            <a:pPr lvl="0"/>
            <a:r>
              <a:rPr/>
              <a:t>인사이트: 서식지 품질 반영.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시각화: 부리 길이 vs 깊이 산점도</a:t>
            </a:r>
          </a:p>
        </p:txBody>
      </p:sp>
      <p:pic>
        <p:nvPicPr>
          <p:cNvPr descr="plot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부리 길이 vs 부리 깊이 산점도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양의 상관관계</a:t>
            </a:r>
          </a:p>
          <a:p>
            <a:pPr lvl="0"/>
            <a:r>
              <a:rPr/>
              <a:t>인사이트: 종별 클러스터링.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시각화: 날개 길이 vs 체중 산점도</a:t>
            </a:r>
          </a:p>
        </p:txBody>
      </p:sp>
      <p:pic>
        <p:nvPicPr>
          <p:cNvPr descr="plot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날개 길이 vs 체중 산점도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강한 양의 상관관계 (0.87)</a:t>
            </a:r>
          </a:p>
          <a:p>
            <a:pPr lvl="0"/>
            <a:r>
              <a:rPr/>
              <a:t>인사이트: 크기 비례.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시각화: 종별 개수 바 차트</a:t>
            </a:r>
          </a:p>
        </p:txBody>
      </p:sp>
      <p:pic>
        <p:nvPicPr>
          <p:cNvPr descr="plot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종별 개수 바 차트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Adelie: 152, Chinstrap: 68, Gentoo: 124</a:t>
            </a:r>
          </a:p>
          <a:p>
            <a:pPr lvl="0"/>
            <a:r>
              <a:rPr/>
              <a:t>인사이트: 개체군 규모 차이.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시각화: 섬별 개수 바 차트</a:t>
            </a:r>
          </a:p>
        </p:txBody>
      </p:sp>
      <p:pic>
        <p:nvPicPr>
          <p:cNvPr descr="plot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섬별 개수 바 차트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Biscoe: 168, Dream: 124, Torgersen: 52</a:t>
            </a:r>
          </a:p>
          <a:p>
            <a:pPr lvl="0"/>
            <a:r>
              <a:rPr/>
              <a:t>인사이트: 서식지 분포.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시각화: 성별 개수 바 차트</a:t>
            </a:r>
          </a:p>
        </p:txBody>
      </p:sp>
      <p:pic>
        <p:nvPicPr>
          <p:cNvPr descr="plot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성별 개수 바 차트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Female: 165, Male: 168</a:t>
            </a:r>
          </a:p>
          <a:p>
            <a:pPr lvl="0"/>
            <a:r>
              <a:rPr/>
              <a:t>인사이트: 성비 균형.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시각화: 상관관계 히트맵</a:t>
            </a:r>
          </a:p>
        </p:txBody>
      </p:sp>
      <p:pic>
        <p:nvPicPr>
          <p:cNvPr descr="plot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상관관계 히트맵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날개 길이-체중: 0.87</a:t>
            </a:r>
          </a:p>
          <a:p>
            <a:pPr lvl="0"/>
            <a:r>
              <a:rPr/>
              <a:t>인사이트: 형태적 통합.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교차표: 종 vs 섬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Biscoe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Torgersen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인사이트: 종별 서식지 특이성.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피봇테이블: 종과 섬별 평균 체중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Biscoe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Dream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Torgersen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3709.66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3688.39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3706.37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3733.09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5076.02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인사이트: 서식지 품질 영향.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교차표: 섬 vs 종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island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Adelie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Chinstrap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Gentoo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Biscoe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Dream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Torgersen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인사이트: 섬별 다양성.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교차표: 성별 vs 종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Adelie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Chinstrap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Gentoo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Female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인사이트: 성비 균형.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피봇테이블: 성별과 종별 평균 부리 길이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Adelie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Chinstrap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Gentoo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Female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37.2575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46.5735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45.5638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40.3904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51.0941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49.4738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인사이트: 성적 이형성.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인사이트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펭귄 종별로 형태적 차이 뚜렷</a:t>
            </a:r>
          </a:p>
          <a:p>
            <a:pPr lvl="0"/>
            <a:r>
              <a:rPr/>
              <a:t>서식지와 먹이가 주요 요인</a:t>
            </a:r>
          </a:p>
          <a:p>
            <a:pPr lvl="0"/>
            <a:r>
              <a:rPr/>
              <a:t>기후 변화 영향 가능성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데이터 분석을 통해 펭귄 생태 이해</a:t>
            </a:r>
          </a:p>
          <a:p>
            <a:pPr lvl="0"/>
            <a:r>
              <a:rPr/>
              <a:t>추가 연구 필요</a:t>
            </a:r>
          </a:p>
          <a:p>
            <a:pPr lvl="0"/>
            <a:r>
              <a:rPr/>
              <a:t>보존 중요성 강조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2025-12-23T13:17:25Z</dcterms:created>
  <dcterms:modified xsi:type="dcterms:W3CDTF">2025-12-23T13:17:25Z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